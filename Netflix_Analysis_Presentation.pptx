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4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7748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deeptiravishankar92@gmail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31"/>
            <a:ext cx="12188952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E50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Analysis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catalog composition, growth, and audience-targeting trends across 8,800+ global titles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Matplotlib  ·  Power BI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  | Deepti 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32720" y="-1097280"/>
            <a:ext cx="3200400" cy="3200400"/>
          </a:xfrm>
          <a:prstGeom prst="ellipse">
            <a:avLst/>
          </a:prstGeom>
          <a:solidFill>
            <a:srgbClr val="E50914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0" y="5029200"/>
            <a:ext cx="2011680" cy="2011680"/>
          </a:xfrm>
          <a:prstGeom prst="ellipse">
            <a:avLst/>
          </a:prstGeom>
          <a:solidFill>
            <a:srgbClr val="E50914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Question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12080" cy="4937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Netflix's</a:t>
            </a:r>
            <a:endParaRPr lang="en-US" sz="24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actually</a:t>
            </a:r>
            <a:endParaRPr lang="en-US" sz="24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like — and how</a:t>
            </a:r>
            <a:endParaRPr lang="en-US" sz="24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evolving?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" y="393192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compete on catalog depth and relevance. Content, growth, and product teams need a clear read on the existing library before deciding where to invest next.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0840" y="134416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catalog shifting from movies toward TV shows?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468880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39572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countries and genres dominate the library — and where's the growth headroom?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520440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344728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content acquisition volume changed over time?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4572000"/>
            <a:ext cx="384048" cy="384048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449884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runtimes trending shorter to match viewing habits?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08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8,807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508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33756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Fields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508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1925–2021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648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Span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15400" y="15087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915400" y="2240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Netflix Movies and TV Shows dataset (Kaggle)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type &amp; title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director &amp; cast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983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country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4160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date_added &amp; release_year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4572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rating &amp; duration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4983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listed_in (genre)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532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imputed in director, cast, country, rating &amp; duration  •  Zero duplicates confirmed  •  IQR outlier scan applied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Composition &amp; Growth</a:t>
            </a:r>
            <a:endParaRPr lang="en-US" sz="2800" dirty="0"/>
          </a:p>
        </p:txBody>
      </p:sp>
      <p:pic>
        <p:nvPicPr>
          <p:cNvPr id="3" name="Image 0" descr="Netflix-Content-Analysis/assets/nf_type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206240" cy="4206240"/>
          </a:xfrm>
          <a:prstGeom prst="rect">
            <a:avLst/>
          </a:prstGeom>
        </p:spPr>
      </p:pic>
      <p:pic>
        <p:nvPicPr>
          <p:cNvPr id="4" name="Image 1" descr="Netflix-Content-Analysis/assets/nf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5880"/>
            <a:ext cx="6858000" cy="41605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2"/>
          <p:cNvSpPr/>
          <p:nvPr/>
        </p:nvSpPr>
        <p:spPr>
          <a:xfrm>
            <a:off x="685800" y="56235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still dominate at 69.6% of the catalog, but acquisition volume grew ~5x between 2012 and its 2018 peak (237 → 1,147 titles/year) before cooling post-2019.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Content Comes From</a:t>
            </a:r>
            <a:endParaRPr lang="en-US" sz="2800" dirty="0"/>
          </a:p>
        </p:txBody>
      </p:sp>
      <p:pic>
        <p:nvPicPr>
          <p:cNvPr id="3" name="Image 0" descr="Netflix-Content-Analysis/assets/nf_top_coun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5577840" cy="4206240"/>
          </a:xfrm>
          <a:prstGeom prst="rect">
            <a:avLst/>
          </a:prstGeom>
        </p:spPr>
      </p:pic>
      <p:pic>
        <p:nvPicPr>
          <p:cNvPr id="4" name="Image 1" descr="Netflix-Content-Analysis/assets/nf_top_gen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143000"/>
            <a:ext cx="5669280" cy="4206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2"/>
          <p:cNvSpPr/>
          <p:nvPr/>
        </p:nvSpPr>
        <p:spPr>
          <a:xfrm>
            <a:off x="685800" y="56235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(3,689) and India (1,046) lead content supply — India nearly 3x the next country — while International Movies and Dramas anchor the genre mix, reflecting a deliberate localization strategy.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 &amp; Runtime Trends</a:t>
            </a:r>
            <a:endParaRPr lang="en-US" sz="2800" dirty="0"/>
          </a:p>
        </p:txBody>
      </p:sp>
      <p:pic>
        <p:nvPicPr>
          <p:cNvPr id="3" name="Image 0" descr="Netflix-Content-Analysis/assets/nf_ra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5577840" cy="4206240"/>
          </a:xfrm>
          <a:prstGeom prst="rect">
            <a:avLst/>
          </a:prstGeom>
        </p:spPr>
      </p:pic>
      <p:pic>
        <p:nvPicPr>
          <p:cNvPr id="4" name="Image 1" descr="Netflix-Content-Analysis/assets/nf_duration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143000"/>
            <a:ext cx="5669280" cy="4206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2"/>
          <p:cNvSpPr/>
          <p:nvPr/>
        </p:nvSpPr>
        <p:spPr>
          <a:xfrm>
            <a:off x="685800" y="56235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is the largest rating segment (36% of titles), and average movie runtime fell from ~115 to 96 minutes since the early 2000s — shorter, mobile-friendly formats.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Analysis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self-serve, two-page report so stakeholders can explore catalog trends without touching raw data.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8013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2167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titles, average duration, and segment counts at a glance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7614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3127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entire report live by content type and country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721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Category Views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40873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Pie, bar, column and line charts covering type mix, geography, genre, rating, and release-year growth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F1F1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749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netflixDashboard.pbix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4406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Power BI Desktop (free) to interact with the live report — included in the project repository alongside the analysis notebook.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Content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dataset, notebook, and dashboard available on GitHub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github.com/Deepti-Ravishankar/Netflix-Content-Analysis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Deepti R   |   </a:t>
            </a: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deeptiravishankar92@gmail.com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E50914">
              <a:alpha val="15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494</Words>
  <Application>Microsoft Office PowerPoint</Application>
  <PresentationFormat>Widescreen</PresentationFormat>
  <Paragraphs>78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deepti ravishankar</cp:lastModifiedBy>
  <cp:revision>2</cp:revision>
  <dcterms:created xsi:type="dcterms:W3CDTF">2026-08-22T12:55:48Z</dcterms:created>
  <dcterms:modified xsi:type="dcterms:W3CDTF">2026-08-22T13:05:11Z</dcterms:modified>
</cp:coreProperties>
</file>